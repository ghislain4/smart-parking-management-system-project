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99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3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3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0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7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9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3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9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0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7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A9372-DBCC-469D-9AA1-C6C8FCA524D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23BD8-DF52-4BC5-B6ED-986AEA40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3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ABEE-473B-3F03-534F-4BB7F82AD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28D53-4117-D02E-F925-9CDD38DFB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FC954-419E-D81E-1054-09588F9B6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9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A5FE-2079-B90F-891D-0D55BD4E38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91E86-EFDA-97C6-8E83-75D1025288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B01F3-74FE-F416-60E8-6EE5B8E36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0"/>
            <a:ext cx="12192000" cy="68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525B-D1A1-C009-895C-55FBF0A27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5474D-8CC7-E692-9665-035C858C7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5D6E8-8ECC-EDB9-5CD8-4CF18A3B3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" y="0"/>
            <a:ext cx="1218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8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1E7C-7BCD-4F9B-8DF3-8F5464DA0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11E71-99EE-3246-9716-61364A0A8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6EAE8-72DD-9BB3-5B87-E3FBEE01B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52"/>
            <a:ext cx="12192000" cy="68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3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49C5-9F94-9A25-033E-A47D2EF74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6F8A5-C9FC-C764-1843-7154717A7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B6FB5-D808-5AF0-EA72-4E1E5BD58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27"/>
            <a:ext cx="12192000" cy="684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1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069B-8B07-DEDF-207C-C66350E7B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58318-1816-1DA3-F168-646861AFAD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F66F1-0991-C7D5-23C2-4E5564ABE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29"/>
            <a:ext cx="12192000" cy="681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4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1524-9F6C-9C5D-4072-44D968341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A7284-559D-3CAB-06C9-7094B46EF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903A3-CC53-7D2D-ED59-7EE3AB33B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2"/>
            <a:ext cx="12192000" cy="68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8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3CF6-A804-40AE-78AA-D844912E50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03A4B-D5D6-F9AB-3EDD-9744B555F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8CA3A-69A8-B64E-D627-130CE3E68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"/>
            <a:ext cx="12192000" cy="684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7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3B47-8C65-12E9-8091-59517D141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768CB-EB18-05C2-38E0-34BA0089D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F5160-F3D6-652D-38C7-DAC6EEEAC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" y="0"/>
            <a:ext cx="121903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5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D8BF6-C8BB-F790-1FDD-D581AC85C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6CD15-55E8-6D2F-14E1-425C093A8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2045C-A305-D30D-67B3-9D0DE53DD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27"/>
            <a:ext cx="12192000" cy="684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10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A53F-F57A-9779-79D1-44E09218ED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1DD88-BA22-AB05-86BB-6EA91967B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A4261-DC66-880F-6B6A-B10C03196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0"/>
            <a:ext cx="12192000" cy="684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88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sugira ghislain</dc:creator>
  <cp:lastModifiedBy>sugira ghislain</cp:lastModifiedBy>
  <cp:revision>2</cp:revision>
  <dcterms:created xsi:type="dcterms:W3CDTF">2025-12-07T10:06:25Z</dcterms:created>
  <dcterms:modified xsi:type="dcterms:W3CDTF">2025-12-07T10:19:22Z</dcterms:modified>
</cp:coreProperties>
</file>